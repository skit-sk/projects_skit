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Учебник институционального трейдинга</a:t>
            </a:r>
          </a:p>
          <a:p>
            <a:pPr algn="ctr">
              <a:defRPr sz="1800">
                <a:solidFill>
                  <a:srgbClr val="FFEA00"/>
                </a:solidFill>
              </a:defRPr>
            </a:pPr>
            <a:r>
              <a:t>От Price Action до рыночной микроструктуры</a:t>
            </a:r>
          </a:p>
          <a:p>
            <a:pPr algn="ctr">
              <a:defRPr sz="1200">
                <a:solidFill>
                  <a:srgbClr val="CCCCDD"/>
                </a:solidFill>
              </a:defRPr>
            </a:pPr>
            <a:r>
              <a:t>30 визуализаций на основе реальных данных проекта Fundament 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